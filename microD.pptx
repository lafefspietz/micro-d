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8203-B879-7B4F-88C0-8A26788F8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26E82-AAFF-7BF8-937C-5F4520FE3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42B99-B3C7-E58F-6889-C018C76DB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B0D-19D5-43E5-BA25-3935814DFCC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5E4A5-6AD5-73A3-BF4F-E00E9642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B544C-610F-11A9-85B4-A1FB94B71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A1CB-F8EE-41B4-A6AF-EA64C93B3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5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5ED8D-C2B2-1BEC-E408-E987C81F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AD781-95E9-84C5-2379-4DB8BAD6C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22EEA-BAFF-6C3B-DB5B-4F20A910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B0D-19D5-43E5-BA25-3935814DFCC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275C8-D672-3F98-41FE-C6D3B4716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553EE-B34E-5BBE-60E7-AE86EABC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A1CB-F8EE-41B4-A6AF-EA64C93B3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9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FE0B6-39A4-AD14-375F-CA5B0C36C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6D099-9ADD-FDC8-F1ED-EDEF93600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85051-1132-9432-44BA-43C895EAB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B0D-19D5-43E5-BA25-3935814DFCC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772D3-6705-F6C1-D04B-250B4E95C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8E819-F58F-C5FD-9B3B-AC7C86C0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A1CB-F8EE-41B4-A6AF-EA64C93B3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21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DC2A0-D5BE-6D54-C046-28508A1E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1EED5-11D9-10AB-7865-A127D319C6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E9E73-C9F0-88D3-3150-E08555F5D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2CCAA-E122-2BE1-ECEB-DA2B3704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B0D-19D5-43E5-BA25-3935814DFCC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9AC0A-72B0-105C-0FA9-524E0CF3B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815F3-357B-9DA5-8D16-FEB0F4AD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A1CB-F8EE-41B4-A6AF-EA64C93B3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5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9430-18CF-A395-7DE4-347088F28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47939-9C25-CF91-1E55-4B833D884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35A1A-0DF1-6344-595A-ABF691E24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87491-3C28-CC71-CC24-9CF8F3599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177CAE-8179-D41E-15C4-433154DF0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24F2C0-F4AE-7B67-E67C-5059C0D2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B0D-19D5-43E5-BA25-3935814DFCC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135296-494C-C266-6542-F25775CCA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96407-2728-002A-7F05-DD09ACA5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A1CB-F8EE-41B4-A6AF-EA64C93B3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6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D3DE9-1321-A5E0-F5B1-61FF61EE3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EF5DD-6DBD-4C67-C247-4CCCDE31D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B0D-19D5-43E5-BA25-3935814DFCC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B969E-9AAA-0AA4-C138-B618E579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B1B7B-B8EF-DC9C-20EC-9E127038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A1CB-F8EE-41B4-A6AF-EA64C93B3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7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ED826-C1B4-2E5F-AF9D-D532B903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B0D-19D5-43E5-BA25-3935814DFCC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FFE377-6C7E-D7EE-A8A2-EDCD53D9B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6488B-9614-7CA4-6198-AA5A6A22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A1CB-F8EE-41B4-A6AF-EA64C93B3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4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FFED7-2E24-E206-5E73-7A01D71BF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B39BA-DD64-7889-D5C4-CFE8692D9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A5F28-2EC4-B9BC-FDF1-5B87E8C8B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E8FFE-9E48-0EFC-4F29-E7BD908B7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B0D-19D5-43E5-BA25-3935814DFCC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6EBAB-F1CD-0D3B-28DF-744D8B9B0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00423-5352-56CE-7DB8-1C3785AB0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A1CB-F8EE-41B4-A6AF-EA64C93B3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3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93D91-D2AA-DA44-94A7-AA3A20D1B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21BD9A-84C2-AB7A-F4B8-404203B5A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2CE34-4C4C-6C9A-410C-800F8BD23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9B364-15A9-E619-1C8A-14BE54EC6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B0D-19D5-43E5-BA25-3935814DFCC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7594F-ED8D-E007-00EB-5DE84CED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6A174-E716-0B55-30D8-54232EA5E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A1CB-F8EE-41B4-A6AF-EA64C93B3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9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48C22-E5E1-2DE4-2CF5-A3C63243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ABC27-2E72-2FEE-A080-0FD203BCF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72F2B-C50F-8B5B-63D0-91756F6C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B0D-19D5-43E5-BA25-3935814DFCC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CB853-B744-3343-BA07-8ED7F1129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BC503-0ACE-707B-60CC-881A6F60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A1CB-F8EE-41B4-A6AF-EA64C93B3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88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5384E-63ED-4725-853D-27DC75788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4833A-52A3-AB33-D39F-F97100145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4F556-FA42-FEF2-BBE1-28316200C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4B0D-19D5-43E5-BA25-3935814DFCC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31645-1E38-8E05-06A0-AB904344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EE240-CCD9-BEFB-9747-6E1A22B0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FA1CB-F8EE-41B4-A6AF-EA64C93B3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9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7CE4BD-4050-F1B6-0A6F-1C1315A7A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C5EE4-A7B9-FF76-B738-AB52CFBB1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00D31-40FB-BC48-DF9C-77688B93F8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C4B0D-19D5-43E5-BA25-3935814DFCC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21043-9D1C-1A6D-A46F-01AAFBD897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F8777-DA4F-74F9-69D8-6137F7A3D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9FA1CB-F8EE-41B4-A6AF-EA64C93B3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9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digikey.com/en/products/detail/norcomp-inc/380-025-213L001/279860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81BE9-065C-0E5B-0F67-B4D37F4AA3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Micro 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8DEA7-3150-6F35-6FDA-5B0DA6A7AD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Open Source Hardware for Quantum Technology</a:t>
            </a:r>
          </a:p>
          <a:p>
            <a:r>
              <a:rPr lang="en-US" dirty="0"/>
              <a:t>Lafe Spietz</a:t>
            </a:r>
          </a:p>
          <a:p>
            <a:r>
              <a:rPr lang="en-US" dirty="0"/>
              <a:t>NIST Boulder</a:t>
            </a:r>
          </a:p>
        </p:txBody>
      </p:sp>
    </p:spTree>
    <p:extLst>
      <p:ext uri="{BB962C8B-B14F-4D97-AF65-F5344CB8AC3E}">
        <p14:creationId xmlns:p14="http://schemas.microsoft.com/office/powerpoint/2010/main" val="3858454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EB867-1DFE-185F-2CDB-B9989DE10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Female PCB connector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69973-0F19-3AC2-C0D1-BD4D829E133B}"/>
              </a:ext>
            </a:extLst>
          </p:cNvPr>
          <p:cNvSpPr txBox="1"/>
          <p:nvPr/>
        </p:nvSpPr>
        <p:spPr>
          <a:xfrm>
            <a:off x="1140542" y="599897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https://www.digikey.com/en/products/detail/norcomp-inc/380-025-213L001/2798600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2411AC-5384-0F62-E845-8AEFBE9B5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232" y="1626410"/>
            <a:ext cx="9053123" cy="360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54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Micro D</vt:lpstr>
      <vt:lpstr>Female PCB connector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Spietz, Lafe F. (Fed)</cp:lastModifiedBy>
  <cp:revision>2</cp:revision>
  <dcterms:created xsi:type="dcterms:W3CDTF">2025-12-17T16:43:42Z</dcterms:created>
  <dcterms:modified xsi:type="dcterms:W3CDTF">2025-12-17T16:46:34Z</dcterms:modified>
</cp:coreProperties>
</file>